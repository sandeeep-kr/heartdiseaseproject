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Sikkim Manipal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Department of Computer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50876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200" b="1" i="0">
                <a:solidFill>
                  <a:srgbClr val="0D2B4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0" i="0">
                <a:solidFill>
                  <a:srgbClr val="5F5F5F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017520"/>
            <a:ext cx="2103120" cy="254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MCA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Under the Guidance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Amit Kharb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Project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MCA Final Year Project  •  Academic Year 2025–2026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Methodology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Results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13232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CVDs are the #1 cause of death globally — 17.9 million deaths/year (WHO)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In India, CVDs account for 28% of all deaths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Conventional diagnostics (ECG, angiography) are expensive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and unavailable in most rural healthcare centres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ML can analyse routine clinical data to estimate heart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disease risk with accuracy comparable to specialists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097280"/>
            <a:ext cx="3474720" cy="3200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34440"/>
            <a:ext cx="3108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10896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No affordable screening tool exists for primary care clinics.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Most ML models from research exist only as Jupyter notebooks — no UI, no validation.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CardioPredict bridges this gap with a complete web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09728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Analyse the Cleveland Heart Disease dataset (303 records, 13 clinical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5564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Train and compare 7 classification algorithms using 10-fold stratified cross-validation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14015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Build a responsive Flask web application for clinical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72384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72384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Implement dual-layer input validation (client-side + server-side)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Store prediction history in SQLite for patient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8912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Containerise with Docker for one-command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4748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4748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Achieve 28 automated test cases covering all critical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Cleveland Heart Disease Dataset  —  UCI Machine Learning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Classes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80:20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24028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280160"/>
                <a:gridCol w="4206240"/>
                <a:gridCol w="47548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 in years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29–77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Gender (0=F, 1=M)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Chest pain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trestbps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blood pressure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94–200 mm Hg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Serum cholesterol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126–564 mg/dl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fbs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Fasting blood sugar &gt; 120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restecg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ECG results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Max heart rate achieved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71–202 bpm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exang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Exercise-induced angina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depression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0–6.2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segment 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Major vessels (fluoroscopy)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Thalassemia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Data</a:t>
            </a:r>
            <a:br/>
            <a:r>
              <a:t>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Pre-</a:t>
            </a:r>
            <a:br/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Feature</a:t>
            </a:r>
            <a:br/>
            <a:r>
              <a:t>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Train/Test</a:t>
            </a:r>
            <a:br/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097280"/>
            <a:ext cx="1234440" cy="731520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Serialise</a:t>
            </a:r>
            <a:br/>
            <a:r>
              <a:t>(.pkl)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Median imputation for missing values (ca, thal)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StandardScaler normalisation (zero mean, unit variance)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80/20 split (242 / 61 samples)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random_state = 42 for 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Evaluation &amp; Tuning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10-fold cross-validation ensures each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fold has balanced class representation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Metrics: Accuracy, Precision, Recall, F1-Score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Confusion matrix + ROC-AUC curve analysis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Hyperparameter tuning via GridSearchCV: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n_estimators=100 selected systematically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5303520"/>
            <a:ext cx="10332720" cy="41148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330952"/>
            <a:ext cx="99669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F4E79"/>
                </a:solidFill>
                <a:latin typeface="Calibri"/>
              </a:defRPr>
            </a:pPr>
            <a:r>
              <a:t>Red line = 80% baseline threshold. Random Forest (85.04%) — n_estimators=100 via GridSearchCV.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5486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Test Set Performance — Random Forest (61 samples)</a:t>
            </a:r>
          </a:p>
        </p:txBody>
      </p:sp>
      <p:pic>
        <p:nvPicPr>
          <p:cNvPr id="6" name="Picture 5" descr="tes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583680" cy="292608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914400"/>
            <a:ext cx="4572000" cy="3474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4663440"/>
            <a:ext cx="1069848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Recall = 96.97% — Only 1 false negative out of 33 disease cases. In medical screening, a missed diagnosis is far more dangerous than a false alarm.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05840"/>
            <a:ext cx="3383280" cy="48463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108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Clinical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10896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Max Heart Rate: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Lower max HR = reduced cardiac reserve = higher risk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Chest Pain Type: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Asymptomatic (cp=3) is paradoxically the highest risk category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ST Depression: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Exercise-induced myocardial ischaemia — direct cardiac stress marker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Major Vessels (ca):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More blocked vessels = worse coronary patency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Thalassemia (thal):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Blood disorder affecting oxygen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097280"/>
          <a:ext cx="941832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931920"/>
              </a:tblGrid>
              <a:tr h="3383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Python 3.9+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Backend, ML training, scripting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ML Libraries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scikit-learn, pandas, NumPy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 processing and model training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Flask 3.0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HTTP routing, template rendering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HTML5, CSS3, JavaScript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 interface (no frameworks)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SQLite 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history storage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 automated test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Docker + Gunicorn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Production deployment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Version Control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Git + GitHub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Source code management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Model-View-Controller (MVC)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Browser (Client)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HTML/CSS/JS</a:t>
            </a:r>
            <a:br/>
            <a:r>
              <a:t>User input forms</a:t>
            </a:r>
            <a:br/>
            <a:r>
              <a:t>localStorage prefs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Flask (Controller)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ML Model (Model)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StandardScaler</a:t>
            </a:r>
            <a:br/>
            <a:r>
              <a:t>Random Forest</a:t>
            </a:r>
            <a:br/>
            <a:r>
              <a:t>predict_proba()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SQLite (Storage)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Prediction records</a:t>
            </a:r>
            <a:br/>
            <a:r>
              <a:t>Timestamps</a:t>
            </a:r>
            <a:br/>
            <a:r>
              <a:t>CRUD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91840"/>
            <a:ext cx="5029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3756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75488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Browser  →  POST /predict  →  Flask validates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StandardScaler + Random Forest inference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SQLite saves  →  colour-coded result rendered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212080" cy="1463040"/>
          </a:xfrm>
          <a:prstGeom prst="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37560"/>
            <a:ext cx="49377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Production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611880"/>
            <a:ext cx="49377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[Docker]  Container — single-command deploy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[Gunicorn]  WSGI server — 4 worker processes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[pip freeze]  All dependencies in requirements.txt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[env]  Environment variables for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Live Demo — Application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61288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07592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530352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27648" y="1161288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Prediction Result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07592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325880"/>
            <a:ext cx="530352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840479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Prediction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6783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shot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005071"/>
            <a:ext cx="530352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3840479"/>
            <a:ext cx="53035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Dark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986783"/>
            <a:ext cx="5340096" cy="223113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sho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4005071"/>
            <a:ext cx="5303520" cy="2194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28 automated test cases using pytest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34440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48640"/>
                <a:gridCol w="804672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Is Verified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Route Connectivity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All pages return HTTP 200, health API responds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Logic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Form submission, JSON API, missing field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Content Validation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Footer text, medical disclaimer, all 13 form fields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Edge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Extreme age (100), all-zero input, 404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Model Metadata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metadata.json exists, contains all required keys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Predictions saved correctly, history page works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Security  *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Input bounds, type validation, SQL injection prevention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Accessibility  *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Dark mode toggle, responsive layout, screen reader tags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solidFill>
            <a:srgbClr val="FDF2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BF6E00"/>
                </a:solidFill>
                <a:latin typeface="Calibri"/>
              </a:defRPr>
            </a:pPr>
            <a:r>
              <a:t>*  Security &amp; Accessibility tests highlight production-grade polish — SQL injection prevention, ARIA tags, Dark Mode.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90872"/>
            <a:ext cx="106984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Result:  28 passed  •  0 failed  •  2.34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What Was Achieved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Random Forest — 81.97% accuracy, 96.97% recall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Full-stack Flask web application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Dark mode UI with accessibility features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SQLite prediction history with CRUD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REST API endpoint for programmatic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Docker + Gunicorn production deployment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28 automated tests — all passing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100+ page comprehensive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Future Scope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Larger, multi-hospital training datasets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Deep learning models (TabNet, neural networks)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Microservice-based API architecture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User authentication with OAuth 2.0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PDF report generation for clinicians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PostgreSQL for production-scale database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Progressive Web App for mobile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Continuous model retraining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400" b="1" i="0">
                <a:solidFill>
                  <a:srgbClr val="0D2B45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46888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0" i="0">
                <a:solidFill>
                  <a:srgbClr val="5F5F5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Master of Computer Applications  |  Sikkim Manipal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https://github.com/sandeeep-kr/HeartDiseaseProject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