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508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01752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13232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CVDs are the #1 cause of death globally — 17.9 million deaths/year (WHO)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In India, CVDs account for 28% of all deaths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Conventional diagnostics (ECG, angiography) are expensive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and unavailable in most rural healthcare centres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ML can analyse routine clinical data to estimate heart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disease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097280"/>
            <a:ext cx="3474720" cy="3200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34440"/>
            <a:ext cx="3108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10896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5564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14015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4748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4748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80:20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24028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280160"/>
                <a:gridCol w="4206240"/>
                <a:gridCol w="4754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 (0=F, 1=M)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097280"/>
            <a:ext cx="1234440" cy="73152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Median imputation for missing values (ca, thal)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StandardScaler normalisation (zero mean, unit variance)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80/20 split (242 / 61 samples)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10-fold cross-validation ensures each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fold has balanced class representation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Metrics: Accuracy, Precision, Recall, F1-Score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Confusion matrix + ROC-AUC curve analysis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Hyperparameter tuning via GridSearchCV: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n_estimators=100 selected systematically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30952"/>
            <a:ext cx="9966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F4E79"/>
                </a:solidFill>
                <a:latin typeface="Calibri"/>
              </a:defRPr>
            </a:pPr>
            <a:r>
              <a:t>Red line = 80% baseline threshold. Random Forest (85.04%) — n_estimators=100 via GridSearchCV.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5486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Test Set Performance — Random Forest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83680" cy="29260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572000" cy="3474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663440"/>
            <a:ext cx="1069848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— Only 1 false negative out of 33 disease cases. In medical screening, a missed diagnosis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05840"/>
            <a:ext cx="3383280" cy="48463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108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1089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Lower max HR = reduced cardiac reserve = higher risk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cardiac stress marker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097280"/>
          <a:ext cx="941832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383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7548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Browser  →  POST /predict  →  Flask validates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StandardScaler + Random Forest inference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SQLite saves  → 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212080" cy="146304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49377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611880"/>
            <a:ext cx="49377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[Docker]  Container — single-command deploy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[Gunicorn]  WSGI server — 4 worker processes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[pip freeze]  All dependencies in requirements.txt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[env]  Environment variables for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394960" cy="2103120"/>
          </a:xfrm>
          <a:prstGeom prst="rect">
            <a:avLst/>
          </a:prstGeom>
        </p:spPr>
      </p:pic>
      <p:pic>
        <p:nvPicPr>
          <p:cNvPr id="6" name="Picture 5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5394960" cy="2103120"/>
          </a:xfrm>
          <a:prstGeom prst="rect">
            <a:avLst/>
          </a:prstGeom>
        </p:spPr>
      </p:pic>
      <p:pic>
        <p:nvPicPr>
          <p:cNvPr id="7" name="Picture 6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0"/>
            <a:ext cx="5394960" cy="2103120"/>
          </a:xfrm>
          <a:prstGeom prst="rect">
            <a:avLst/>
          </a:prstGeom>
        </p:spPr>
      </p:pic>
      <p:pic>
        <p:nvPicPr>
          <p:cNvPr id="8" name="Picture 7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657600"/>
            <a:ext cx="539496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051560"/>
            <a:ext cx="5394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051560"/>
            <a:ext cx="5394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394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429000"/>
            <a:ext cx="5394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48640"/>
                <a:gridCol w="804672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 *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 *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BF6E00"/>
                </a:solidFill>
                <a:latin typeface="Calibri"/>
              </a:defRPr>
            </a:pPr>
            <a:r>
              <a:t>*  Security &amp; Accessibility tests highlight production-grade polish — SQL injection prevention, ARIA tags, Dark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90872"/>
            <a:ext cx="106984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Random Forest — 81.97% accuracy, 96.97% recall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Full-stack Flask web application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Dark mode UI with accessibility features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SQLite prediction history with CRUD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REST API endpoint for programmatic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Docker + Gunicorn production deployment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28 automated tests — all passing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Larger, multi-hospital training datasets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Deep learning models (TabNet, neural networks)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Microservice-based API architecture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User authentication with OAuth 2.0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PDF report generation for clinicians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PostgreSQL for production-scale database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Progressive Web App for mobile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